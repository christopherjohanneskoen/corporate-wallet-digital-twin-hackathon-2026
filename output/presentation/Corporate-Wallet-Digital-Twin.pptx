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5d7c2f86374352" /><Relationship Type="http://schemas.openxmlformats.org/officeDocument/2006/relationships/extended-properties" Target="/docProps/app.xml" Id="R5c2d92afd8a844d1" /><Relationship Type="http://schemas.openxmlformats.org/officeDocument/2006/relationships/officeDocument" Target="/ppt/presentation.xml" Id="Rd0c034cc5fc6460f" /></Relationships>
</file>

<file path=ppt/presentation.xml><?xml version="1.0" encoding="utf-8"?>
<p:presentation xmlns:p="http://schemas.openxmlformats.org/presentationml/2006/main">
  <p:sldMasterIdLst>
    <p:sldMasterId xmlns:r="http://schemas.openxmlformats.org/officeDocument/2006/relationships" id="2147483648" r:id="R19c8273e595f4031"/>
  </p:sldMasterIdLst>
  <p:notesMasterIdLst>
    <p:notesMasterId xmlns:r="http://schemas.openxmlformats.org/officeDocument/2006/relationships" r:id="R13050f9667dc49a0"/>
  </p:notesMasterIdLst>
  <p:sldIdLst>
    <p:sldId xmlns:r="http://schemas.openxmlformats.org/officeDocument/2006/relationships" id="256" r:id="Re16b9c7c1b1849c9"/>
    <p:sldId xmlns:r="http://schemas.openxmlformats.org/officeDocument/2006/relationships" id="257" r:id="R6045c30188544efa"/>
    <p:sldId xmlns:r="http://schemas.openxmlformats.org/officeDocument/2006/relationships" id="258" r:id="R1712b713277a40f3"/>
    <p:sldId xmlns:r="http://schemas.openxmlformats.org/officeDocument/2006/relationships" id="259" r:id="R3a476f2308704752"/>
    <p:sldId xmlns:r="http://schemas.openxmlformats.org/officeDocument/2006/relationships" id="260" r:id="R8bfcf3f6fdfe4493"/>
    <p:sldId xmlns:r="http://schemas.openxmlformats.org/officeDocument/2006/relationships" id="261" r:id="Rd975bb1e0c114361"/>
    <p:sldId xmlns:r="http://schemas.openxmlformats.org/officeDocument/2006/relationships" id="262" r:id="R52ebc438a7e84715"/>
    <p:sldId xmlns:r="http://schemas.openxmlformats.org/officeDocument/2006/relationships" id="263" r:id="Rd21e2e6992034506"/>
    <p:sldId xmlns:r="http://schemas.openxmlformats.org/officeDocument/2006/relationships" id="264" r:id="R55f597e1bfef43bd"/>
    <p:sldId xmlns:r="http://schemas.openxmlformats.org/officeDocument/2006/relationships" id="265" r:id="R8e9f993ef7ec4d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10a36436f4e46e7" /><Relationship Type="http://schemas.openxmlformats.org/officeDocument/2006/relationships/slideMaster" Target="/ppt/slideMasters/slideMaster1.xml" Id="R19c8273e595f4031" /><Relationship Type="http://schemas.openxmlformats.org/officeDocument/2006/relationships/notesMaster" Target="/ppt/notesMasters/notesMaster1.xml" Id="R13050f9667dc49a0" /><Relationship Type="http://schemas.openxmlformats.org/officeDocument/2006/relationships/presProps" Target="/ppt/presProps.xml" Id="Rd15392feca234d95" /><Relationship Type="http://schemas.openxmlformats.org/officeDocument/2006/relationships/tableStyles" Target="/ppt/tableStyles.xml" Id="Rc3a614fb55a44a3b" /><Relationship Type="http://schemas.openxmlformats.org/officeDocument/2006/relationships/slide" Target="/ppt/slides/slide1.xml" Id="Re16b9c7c1b1849c9" /><Relationship Type="http://schemas.openxmlformats.org/officeDocument/2006/relationships/slide" Target="/ppt/slides/slide2.xml" Id="R6045c30188544efa" /><Relationship Type="http://schemas.openxmlformats.org/officeDocument/2006/relationships/slide" Target="/ppt/slides/slide3.xml" Id="R1712b713277a40f3" /><Relationship Type="http://schemas.openxmlformats.org/officeDocument/2006/relationships/slide" Target="/ppt/slides/slide4.xml" Id="R3a476f2308704752" /><Relationship Type="http://schemas.openxmlformats.org/officeDocument/2006/relationships/slide" Target="/ppt/slides/slide5.xml" Id="R8bfcf3f6fdfe4493" /><Relationship Type="http://schemas.openxmlformats.org/officeDocument/2006/relationships/slide" Target="/ppt/slides/slide6.xml" Id="Rd975bb1e0c114361" /><Relationship Type="http://schemas.openxmlformats.org/officeDocument/2006/relationships/slide" Target="/ppt/slides/slide7.xml" Id="R52ebc438a7e84715" /><Relationship Type="http://schemas.openxmlformats.org/officeDocument/2006/relationships/slide" Target="/ppt/slides/slide8.xml" Id="Rd21e2e6992034506" /><Relationship Type="http://schemas.openxmlformats.org/officeDocument/2006/relationships/slide" Target="/ppt/slides/slide9.xml" Id="R55f597e1bfef43bd" /><Relationship Type="http://schemas.openxmlformats.org/officeDocument/2006/relationships/slide" Target="/ppt/slides/slide10.xml" Id="R8e9f993ef7ec4d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64a4777bbe4a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b25586094f49c7" /><Relationship Type="http://schemas.openxmlformats.org/officeDocument/2006/relationships/notesMaster" Target="/ppt/notesMasters/notesMaster1.xml" Id="R7772a02e16c94b1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9f4593bdc645b6" /><Relationship Type="http://schemas.openxmlformats.org/officeDocument/2006/relationships/notesMaster" Target="/ppt/notesMasters/notesMaster1.xml" Id="R53b0702fe3de47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94d6dd487d45fe" /><Relationship Type="http://schemas.openxmlformats.org/officeDocument/2006/relationships/notesMaster" Target="/ppt/notesMasters/notesMaster1.xml" Id="Rc88c32a3126841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014e2a3dab4710" /><Relationship Type="http://schemas.openxmlformats.org/officeDocument/2006/relationships/notesMaster" Target="/ppt/notesMasters/notesMaster1.xml" Id="Rf124bd3c750742e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44bd748fab414a" /><Relationship Type="http://schemas.openxmlformats.org/officeDocument/2006/relationships/notesMaster" Target="/ppt/notesMasters/notesMaster1.xml" Id="Rb0efda73d20f4e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b906ba000d4981" /><Relationship Type="http://schemas.openxmlformats.org/officeDocument/2006/relationships/notesMaster" Target="/ppt/notesMasters/notesMaster1.xml" Id="Rbf975462b6d84cf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9722610449b4d2d" /><Relationship Type="http://schemas.openxmlformats.org/officeDocument/2006/relationships/notesMaster" Target="/ppt/notesMasters/notesMaster1.xml" Id="R603771dc22cf43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db9eb5f5af401a" /><Relationship Type="http://schemas.openxmlformats.org/officeDocument/2006/relationships/notesMaster" Target="/ppt/notesMasters/notesMaster1.xml" Id="Rd70d5ae94de74a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69127092d144cad" /><Relationship Type="http://schemas.openxmlformats.org/officeDocument/2006/relationships/notesMaster" Target="/ppt/notesMasters/notesMaster1.xml" Id="Rb25b2cb0031149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503226b1bfa4058" /><Relationship Type="http://schemas.openxmlformats.org/officeDocument/2006/relationships/notesMaster" Target="/ppt/notesMasters/notesMaster1.xml" Id="Ra22cdf65947f46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ce33cfa1a2f46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990a64d8954413" /><Relationship Type="http://schemas.openxmlformats.org/officeDocument/2006/relationships/slideLayout" Target="/ppt/slideLayouts/slideLayout1.xml" Id="R13496971198b4a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496971198b4a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fdf15a9c3545cb" /><Relationship Type="http://schemas.openxmlformats.org/officeDocument/2006/relationships/image" Target="/ppt/media/image.png" Id="R46e19dc799264b27" /><Relationship Type="http://schemas.openxmlformats.org/officeDocument/2006/relationships/notesSlide" Target="/ppt/notesSlides/notesSlide1.xml" Id="R5d46e43636694f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5e360ff12de4a25" /><Relationship Type="http://schemas.openxmlformats.org/officeDocument/2006/relationships/notesSlide" Target="/ppt/notesSlides/notesSlide2.xml" Id="R4335c123475b4f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f9a7479091745cc" /><Relationship Type="http://schemas.openxmlformats.org/officeDocument/2006/relationships/notesSlide" Target="/ppt/notesSlides/notesSlide3.xml" Id="Re31f7d757fb342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ce2846e5fc94361" /><Relationship Type="http://schemas.openxmlformats.org/officeDocument/2006/relationships/chart" Target="/ppt/slides/charts/chart1.xml" Id="R2115878244d34b30" /><Relationship Type="http://schemas.openxmlformats.org/officeDocument/2006/relationships/notesSlide" Target="/ppt/notesSlides/notesSlide4.xml" Id="Rccd1455e96aa4d1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a9cc4191bc4786" /><Relationship Type="http://schemas.openxmlformats.org/officeDocument/2006/relationships/image" Target="/ppt/media/image2.png" Id="R68c17e9a49aa4d97" /><Relationship Type="http://schemas.openxmlformats.org/officeDocument/2006/relationships/notesSlide" Target="/ppt/notesSlides/notesSlide5.xml" Id="Rab08e8d8495e4d6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02830d812894b88" /><Relationship Type="http://schemas.openxmlformats.org/officeDocument/2006/relationships/notesSlide" Target="/ppt/notesSlides/notesSlide6.xml" Id="R2598bbf8e8c348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dc520f0507c488a" /><Relationship Type="http://schemas.openxmlformats.org/officeDocument/2006/relationships/notesSlide" Target="/ppt/notesSlides/notesSlide7.xml" Id="R4d5a04beeb3a42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89626dc8c14811" /><Relationship Type="http://schemas.openxmlformats.org/officeDocument/2006/relationships/notesSlide" Target="/ppt/notesSlides/notesSlide8.xml" Id="Raa5d02f2914b42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9205947162473e" /><Relationship Type="http://schemas.openxmlformats.org/officeDocument/2006/relationships/notesSlide" Target="/ppt/notesSlides/notesSlide9.xml" Id="Rf6b7a200fd204a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4601a467fd1461d" /><Relationship Type="http://schemas.openxmlformats.org/officeDocument/2006/relationships/notesSlide" Target="/ppt/notesSlides/notesSlide10.xml" Id="Ra5e393daca8046d6"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6e19dc799264b2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2115878244d34b30"/>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ACB7BAD4-41F8-45DC-96A1-2BAA74A6E708}"/>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68c17e9a49aa4d97"/>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2026-08-14T10:55:48.6390000Z</dcterms:created>
  <dcterms:modified xsi:type="dcterms:W3CDTF">2026-08-14T10:55:48.6400000Z</dcterms:modified>
</coreProperties>
</file>