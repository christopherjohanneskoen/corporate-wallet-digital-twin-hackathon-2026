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b6a655c53994019" /><Relationship Type="http://schemas.openxmlformats.org/officeDocument/2006/relationships/extended-properties" Target="/docProps/app.xml" Id="Re66ea63c229a4423" /><Relationship Type="http://schemas.openxmlformats.org/officeDocument/2006/relationships/officeDocument" Target="/ppt/presentation.xml" Id="R946bf45a07924219" /></Relationships>
</file>

<file path=ppt/presentation.xml><?xml version="1.0" encoding="utf-8"?>
<p:presentation xmlns:p="http://schemas.openxmlformats.org/presentationml/2006/main">
  <p:sldMasterIdLst>
    <p:sldMasterId xmlns:r="http://schemas.openxmlformats.org/officeDocument/2006/relationships" id="2147483648" r:id="R2855e412c5894f43"/>
  </p:sldMasterIdLst>
  <p:notesMasterIdLst>
    <p:notesMasterId xmlns:r="http://schemas.openxmlformats.org/officeDocument/2006/relationships" r:id="R6cff5d92e9ed4ffd"/>
  </p:notesMasterIdLst>
  <p:sldIdLst>
    <p:sldId xmlns:r="http://schemas.openxmlformats.org/officeDocument/2006/relationships" id="256" r:id="R014b119264844b4e"/>
    <p:sldId xmlns:r="http://schemas.openxmlformats.org/officeDocument/2006/relationships" id="257" r:id="R22ed6c7cad7d446e"/>
    <p:sldId xmlns:r="http://schemas.openxmlformats.org/officeDocument/2006/relationships" id="258" r:id="Raa74390b3fda4ea4"/>
    <p:sldId xmlns:r="http://schemas.openxmlformats.org/officeDocument/2006/relationships" id="259" r:id="R910ed40aa2e34f33"/>
    <p:sldId xmlns:r="http://schemas.openxmlformats.org/officeDocument/2006/relationships" id="260" r:id="R458ff2966ec34f85"/>
    <p:sldId xmlns:r="http://schemas.openxmlformats.org/officeDocument/2006/relationships" id="261" r:id="R9a067d6c02554588"/>
    <p:sldId xmlns:r="http://schemas.openxmlformats.org/officeDocument/2006/relationships" id="262" r:id="Rd9d0e102b97d43af"/>
    <p:sldId xmlns:r="http://schemas.openxmlformats.org/officeDocument/2006/relationships" id="263" r:id="R5df4e6d4c4414341"/>
    <p:sldId xmlns:r="http://schemas.openxmlformats.org/officeDocument/2006/relationships" id="264" r:id="Rdff748d66fe744f5"/>
    <p:sldId xmlns:r="http://schemas.openxmlformats.org/officeDocument/2006/relationships" id="265" r:id="R791a72aef2d44ef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24f4c0d6b39499a" /><Relationship Type="http://schemas.openxmlformats.org/officeDocument/2006/relationships/slideMaster" Target="/ppt/slideMasters/slideMaster1.xml" Id="R2855e412c5894f43" /><Relationship Type="http://schemas.openxmlformats.org/officeDocument/2006/relationships/notesMaster" Target="/ppt/notesMasters/notesMaster1.xml" Id="R6cff5d92e9ed4ffd" /><Relationship Type="http://schemas.openxmlformats.org/officeDocument/2006/relationships/presProps" Target="/ppt/presProps.xml" Id="R8130d4345dc4469e" /><Relationship Type="http://schemas.openxmlformats.org/officeDocument/2006/relationships/tableStyles" Target="/ppt/tableStyles.xml" Id="R8a70311aec714b62" /><Relationship Type="http://schemas.openxmlformats.org/officeDocument/2006/relationships/slide" Target="/ppt/slides/slide1.xml" Id="R014b119264844b4e" /><Relationship Type="http://schemas.openxmlformats.org/officeDocument/2006/relationships/slide" Target="/ppt/slides/slide2.xml" Id="R22ed6c7cad7d446e" /><Relationship Type="http://schemas.openxmlformats.org/officeDocument/2006/relationships/slide" Target="/ppt/slides/slide3.xml" Id="Raa74390b3fda4ea4" /><Relationship Type="http://schemas.openxmlformats.org/officeDocument/2006/relationships/slide" Target="/ppt/slides/slide4.xml" Id="R910ed40aa2e34f33" /><Relationship Type="http://schemas.openxmlformats.org/officeDocument/2006/relationships/slide" Target="/ppt/slides/slide5.xml" Id="R458ff2966ec34f85" /><Relationship Type="http://schemas.openxmlformats.org/officeDocument/2006/relationships/slide" Target="/ppt/slides/slide6.xml" Id="R9a067d6c02554588" /><Relationship Type="http://schemas.openxmlformats.org/officeDocument/2006/relationships/slide" Target="/ppt/slides/slide7.xml" Id="Rd9d0e102b97d43af" /><Relationship Type="http://schemas.openxmlformats.org/officeDocument/2006/relationships/slide" Target="/ppt/slides/slide8.xml" Id="R5df4e6d4c4414341" /><Relationship Type="http://schemas.openxmlformats.org/officeDocument/2006/relationships/slide" Target="/ppt/slides/slide9.xml" Id="Rdff748d66fe744f5" /><Relationship Type="http://schemas.openxmlformats.org/officeDocument/2006/relationships/slide" Target="/ppt/slides/slide10.xml" Id="R791a72aef2d44ef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a37772008e43e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8e0ea1ae694649" /><Relationship Type="http://schemas.openxmlformats.org/officeDocument/2006/relationships/notesMaster" Target="/ppt/notesMasters/notesMaster1.xml" Id="R20593d36a3c14f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e60e2eced6f4cf5" /><Relationship Type="http://schemas.openxmlformats.org/officeDocument/2006/relationships/notesMaster" Target="/ppt/notesMasters/notesMaster1.xml" Id="Ra63d9597741649ce"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3ff9b11f624ec1" /><Relationship Type="http://schemas.openxmlformats.org/officeDocument/2006/relationships/notesMaster" Target="/ppt/notesMasters/notesMaster1.xml" Id="Rfb4c4a47100845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c7151b23d12442de" /><Relationship Type="http://schemas.openxmlformats.org/officeDocument/2006/relationships/notesMaster" Target="/ppt/notesMasters/notesMaster1.xml" Id="Rbd38589b03f745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26e6ac05c19458c" /><Relationship Type="http://schemas.openxmlformats.org/officeDocument/2006/relationships/notesMaster" Target="/ppt/notesMasters/notesMaster1.xml" Id="R10bd247f01a547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6e847a1105e348a3" /><Relationship Type="http://schemas.openxmlformats.org/officeDocument/2006/relationships/notesMaster" Target="/ppt/notesMasters/notesMaster1.xml" Id="Rd3e8aed3ca194a7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72841176e374f35" /><Relationship Type="http://schemas.openxmlformats.org/officeDocument/2006/relationships/notesMaster" Target="/ppt/notesMasters/notesMaster1.xml" Id="R5361422a2c864e9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d51386a22464a90" /><Relationship Type="http://schemas.openxmlformats.org/officeDocument/2006/relationships/notesMaster" Target="/ppt/notesMasters/notesMaster1.xml" Id="R4c6fcdd46c6442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df17b701c7824ff8" /><Relationship Type="http://schemas.openxmlformats.org/officeDocument/2006/relationships/notesMaster" Target="/ppt/notesMasters/notesMaster1.xml" Id="R3a10f970f6604e4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da02aaa132439b" /><Relationship Type="http://schemas.openxmlformats.org/officeDocument/2006/relationships/notesMaster" Target="/ppt/notesMasters/notesMaster1.xml" Id="R69eeee6aa2c147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ac6a0f76324a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07a3e0fef384e5d" /><Relationship Type="http://schemas.openxmlformats.org/officeDocument/2006/relationships/slideLayout" Target="/ppt/slideLayouts/slideLayout1.xml" Id="R8e595b76c871408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595b76c871408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b5e342c6cbb4534" /><Relationship Type="http://schemas.openxmlformats.org/officeDocument/2006/relationships/image" Target="/ppt/media/image.png" Id="R06e3ca4de93d4785" /><Relationship Type="http://schemas.openxmlformats.org/officeDocument/2006/relationships/notesSlide" Target="/ppt/notesSlides/notesSlide1.xml" Id="R6027d150c4034f4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3bd3a8acb8d4602" /><Relationship Type="http://schemas.openxmlformats.org/officeDocument/2006/relationships/notesSlide" Target="/ppt/notesSlides/notesSlide2.xml" Id="Rcb5daa25d28d4ee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958eae8a9324b32" /><Relationship Type="http://schemas.openxmlformats.org/officeDocument/2006/relationships/notesSlide" Target="/ppt/notesSlides/notesSlide3.xml" Id="R2115cff1745643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0defe1a15d244e3" /><Relationship Type="http://schemas.openxmlformats.org/officeDocument/2006/relationships/chart" Target="/ppt/slides/charts/chart1.xml" Id="R3cf8e311923b45ba" /><Relationship Type="http://schemas.openxmlformats.org/officeDocument/2006/relationships/notesSlide" Target="/ppt/notesSlides/notesSlide4.xml" Id="R1c21a66fe30149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f1268a5b13a4f22" /><Relationship Type="http://schemas.openxmlformats.org/officeDocument/2006/relationships/image" Target="/ppt/media/image2.png" Id="R2ca543061391458b" /><Relationship Type="http://schemas.openxmlformats.org/officeDocument/2006/relationships/notesSlide" Target="/ppt/notesSlides/notesSlide5.xml" Id="Rdbce31ad979a4b6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b95f60c05ba411b" /><Relationship Type="http://schemas.openxmlformats.org/officeDocument/2006/relationships/notesSlide" Target="/ppt/notesSlides/notesSlide6.xml" Id="R30fa621e1a3548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852d6230ada4dd7" /><Relationship Type="http://schemas.openxmlformats.org/officeDocument/2006/relationships/notesSlide" Target="/ppt/notesSlides/notesSlide7.xml" Id="R41888fa219c94e9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d6daa2c550349b3" /><Relationship Type="http://schemas.openxmlformats.org/officeDocument/2006/relationships/notesSlide" Target="/ppt/notesSlides/notesSlide8.xml" Id="Rb8928c4e4a5e420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3b86c4ef436458d" /><Relationship Type="http://schemas.openxmlformats.org/officeDocument/2006/relationships/notesSlide" Target="/ppt/notesSlides/notesSlide9.xml" Id="Rdb6395f8bc78466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0c7119a1f844703" /><Relationship Type="http://schemas.openxmlformats.org/officeDocument/2006/relationships/notesSlide" Target="/ppt/notesSlides/notesSlide10.xml" Id="Refa06426a45c49ac"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06e3ca4de93d478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3cf8e311923b45ba"/>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371169C1-46E7-49FB-AA63-F673F623BEDF}"/>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2ca543061391458b"/>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2026-08-12T20:52:50.0120000Z</dcterms:created>
  <dcterms:modified xsi:type="dcterms:W3CDTF">2026-08-12T20:52:50.0130000Z</dcterms:modified>
</coreProperties>
</file>