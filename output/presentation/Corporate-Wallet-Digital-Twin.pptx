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f10b4eaef084a48" /><Relationship Type="http://schemas.openxmlformats.org/officeDocument/2006/relationships/extended-properties" Target="/docProps/app.xml" Id="R43fb8253e85c4cf6" /><Relationship Type="http://schemas.openxmlformats.org/officeDocument/2006/relationships/officeDocument" Target="/ppt/presentation.xml" Id="R0c0265416f5b4d35" /></Relationships>
</file>

<file path=ppt/presentation.xml><?xml version="1.0" encoding="utf-8"?>
<p:presentation xmlns:p="http://schemas.openxmlformats.org/presentationml/2006/main">
  <p:sldMasterIdLst>
    <p:sldMasterId xmlns:r="http://schemas.openxmlformats.org/officeDocument/2006/relationships" id="2147483648" r:id="Rffcca287085d4139"/>
  </p:sldMasterIdLst>
  <p:notesMasterIdLst>
    <p:notesMasterId xmlns:r="http://schemas.openxmlformats.org/officeDocument/2006/relationships" r:id="R79ef9da246854236"/>
  </p:notesMasterIdLst>
  <p:sldIdLst>
    <p:sldId xmlns:r="http://schemas.openxmlformats.org/officeDocument/2006/relationships" id="256" r:id="R3657af9430b747ff"/>
    <p:sldId xmlns:r="http://schemas.openxmlformats.org/officeDocument/2006/relationships" id="257" r:id="R2a2109ec6dc148cd"/>
    <p:sldId xmlns:r="http://schemas.openxmlformats.org/officeDocument/2006/relationships" id="258" r:id="Rbed700bd25a74db5"/>
    <p:sldId xmlns:r="http://schemas.openxmlformats.org/officeDocument/2006/relationships" id="259" r:id="Rfe3bc3b01f624fcd"/>
    <p:sldId xmlns:r="http://schemas.openxmlformats.org/officeDocument/2006/relationships" id="260" r:id="R4553d0923e954c24"/>
    <p:sldId xmlns:r="http://schemas.openxmlformats.org/officeDocument/2006/relationships" id="261" r:id="Raed3731be113459f"/>
    <p:sldId xmlns:r="http://schemas.openxmlformats.org/officeDocument/2006/relationships" id="262" r:id="R1a8da4eeda39409c"/>
    <p:sldId xmlns:r="http://schemas.openxmlformats.org/officeDocument/2006/relationships" id="263" r:id="R8d6c6c35849d41fa"/>
    <p:sldId xmlns:r="http://schemas.openxmlformats.org/officeDocument/2006/relationships" id="264" r:id="R68b0d187e84947c3"/>
    <p:sldId xmlns:r="http://schemas.openxmlformats.org/officeDocument/2006/relationships" id="265" r:id="Rd50817a052804f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0e41835c274ba3" /><Relationship Type="http://schemas.openxmlformats.org/officeDocument/2006/relationships/slideMaster" Target="/ppt/slideMasters/slideMaster1.xml" Id="Rffcca287085d4139" /><Relationship Type="http://schemas.openxmlformats.org/officeDocument/2006/relationships/notesMaster" Target="/ppt/notesMasters/notesMaster1.xml" Id="R79ef9da246854236" /><Relationship Type="http://schemas.openxmlformats.org/officeDocument/2006/relationships/presProps" Target="/ppt/presProps.xml" Id="R91160f83ef0c4d07" /><Relationship Type="http://schemas.openxmlformats.org/officeDocument/2006/relationships/tableStyles" Target="/ppt/tableStyles.xml" Id="R156284f991214c68" /><Relationship Type="http://schemas.openxmlformats.org/officeDocument/2006/relationships/slide" Target="/ppt/slides/slide1.xml" Id="R3657af9430b747ff" /><Relationship Type="http://schemas.openxmlformats.org/officeDocument/2006/relationships/slide" Target="/ppt/slides/slide2.xml" Id="R2a2109ec6dc148cd" /><Relationship Type="http://schemas.openxmlformats.org/officeDocument/2006/relationships/slide" Target="/ppt/slides/slide3.xml" Id="Rbed700bd25a74db5" /><Relationship Type="http://schemas.openxmlformats.org/officeDocument/2006/relationships/slide" Target="/ppt/slides/slide4.xml" Id="Rfe3bc3b01f624fcd" /><Relationship Type="http://schemas.openxmlformats.org/officeDocument/2006/relationships/slide" Target="/ppt/slides/slide5.xml" Id="R4553d0923e954c24" /><Relationship Type="http://schemas.openxmlformats.org/officeDocument/2006/relationships/slide" Target="/ppt/slides/slide6.xml" Id="Raed3731be113459f" /><Relationship Type="http://schemas.openxmlformats.org/officeDocument/2006/relationships/slide" Target="/ppt/slides/slide7.xml" Id="R1a8da4eeda39409c" /><Relationship Type="http://schemas.openxmlformats.org/officeDocument/2006/relationships/slide" Target="/ppt/slides/slide8.xml" Id="R8d6c6c35849d41fa" /><Relationship Type="http://schemas.openxmlformats.org/officeDocument/2006/relationships/slide" Target="/ppt/slides/slide9.xml" Id="R68b0d187e84947c3" /><Relationship Type="http://schemas.openxmlformats.org/officeDocument/2006/relationships/slide" Target="/ppt/slides/slide10.xml" Id="Rd50817a052804f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d4a0e1f54d49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5f030a1c514ef1" /><Relationship Type="http://schemas.openxmlformats.org/officeDocument/2006/relationships/notesMaster" Target="/ppt/notesMasters/notesMaster1.xml" Id="Rbf63d0024ea94f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fc409f6c924195" /><Relationship Type="http://schemas.openxmlformats.org/officeDocument/2006/relationships/notesMaster" Target="/ppt/notesMasters/notesMaster1.xml" Id="R4da1b891ded346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6c2d4cc54e40d3" /><Relationship Type="http://schemas.openxmlformats.org/officeDocument/2006/relationships/notesMaster" Target="/ppt/notesMasters/notesMaster1.xml" Id="Rc38895bc0e414f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80dab48a8e4db6" /><Relationship Type="http://schemas.openxmlformats.org/officeDocument/2006/relationships/notesMaster" Target="/ppt/notesMasters/notesMaster1.xml" Id="Rdc6f7e90ce154c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44384b62c94afa" /><Relationship Type="http://schemas.openxmlformats.org/officeDocument/2006/relationships/notesMaster" Target="/ppt/notesMasters/notesMaster1.xml" Id="Rf6a78e54600341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34446c27434af8" /><Relationship Type="http://schemas.openxmlformats.org/officeDocument/2006/relationships/notesMaster" Target="/ppt/notesMasters/notesMaster1.xml" Id="R9a8349fd322545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c6915150ff40fd" /><Relationship Type="http://schemas.openxmlformats.org/officeDocument/2006/relationships/notesMaster" Target="/ppt/notesMasters/notesMaster1.xml" Id="R12aed50f656043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a8ff59147b4b1a" /><Relationship Type="http://schemas.openxmlformats.org/officeDocument/2006/relationships/notesMaster" Target="/ppt/notesMasters/notesMaster1.xml" Id="Re5df4c806e3845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09c9b155efc84b32" /><Relationship Type="http://schemas.openxmlformats.org/officeDocument/2006/relationships/notesMaster" Target="/ppt/notesMasters/notesMaster1.xml" Id="Re58be2442de049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65bb527e89482b" /><Relationship Type="http://schemas.openxmlformats.org/officeDocument/2006/relationships/notesMaster" Target="/ppt/notesMasters/notesMaster1.xml" Id="R9ef972590e4e4d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ce7bfff16440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b8f5fbc37f4031" /><Relationship Type="http://schemas.openxmlformats.org/officeDocument/2006/relationships/slideLayout" Target="/ppt/slideLayouts/slideLayout1.xml" Id="R593aae21da3a48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3aae21da3a48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047736d64942ae" /><Relationship Type="http://schemas.openxmlformats.org/officeDocument/2006/relationships/image" Target="/ppt/media/image.png" Id="R69d5a2e0f78144bc" /><Relationship Type="http://schemas.openxmlformats.org/officeDocument/2006/relationships/notesSlide" Target="/ppt/notesSlides/notesSlide1.xml" Id="R203edd88bdb047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b28023e77e34189" /><Relationship Type="http://schemas.openxmlformats.org/officeDocument/2006/relationships/notesSlide" Target="/ppt/notesSlides/notesSlide2.xml" Id="R29981a9aaab241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dad08ea17a24220" /><Relationship Type="http://schemas.openxmlformats.org/officeDocument/2006/relationships/notesSlide" Target="/ppt/notesSlides/notesSlide3.xml" Id="R18c9e4ac1f8a44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77d0deea024813" /><Relationship Type="http://schemas.openxmlformats.org/officeDocument/2006/relationships/chart" Target="/ppt/slides/charts/chart1.xml" Id="R2fb90adb07eb48ab" /><Relationship Type="http://schemas.openxmlformats.org/officeDocument/2006/relationships/notesSlide" Target="/ppt/notesSlides/notesSlide4.xml" Id="R62cd794b283046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0372746156f45e5" /><Relationship Type="http://schemas.openxmlformats.org/officeDocument/2006/relationships/image" Target="/ppt/media/image2.png" Id="R8cc46dcb36824af5" /><Relationship Type="http://schemas.openxmlformats.org/officeDocument/2006/relationships/notesSlide" Target="/ppt/notesSlides/notesSlide5.xml" Id="Rc74e11721b7043c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0605bb37504419e" /><Relationship Type="http://schemas.openxmlformats.org/officeDocument/2006/relationships/notesSlide" Target="/ppt/notesSlides/notesSlide6.xml" Id="Rd51f27bc4ba046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84b4daf387f41a1" /><Relationship Type="http://schemas.openxmlformats.org/officeDocument/2006/relationships/notesSlide" Target="/ppt/notesSlides/notesSlide7.xml" Id="Re98f6ca4e9fe4e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2b7c606db2d40b9" /><Relationship Type="http://schemas.openxmlformats.org/officeDocument/2006/relationships/notesSlide" Target="/ppt/notesSlides/notesSlide8.xml" Id="Rc909635a75ce48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68193fe1c654ba2" /><Relationship Type="http://schemas.openxmlformats.org/officeDocument/2006/relationships/notesSlide" Target="/ppt/notesSlides/notesSlide9.xml" Id="R23ff502397a6440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7deb07d07e48a8" /><Relationship Type="http://schemas.openxmlformats.org/officeDocument/2006/relationships/notesSlide" Target="/ppt/notesSlides/notesSlide10.xml" Id="R0475af138b9140ba"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9d5a2e0f78144b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2fb90adb07eb48ab"/>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0CE9475B-AEAB-4047-9C75-371ECF6CD115}"/>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8cc46dcb36824af5"/>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2026-08-12T20:10:14.7580000Z</dcterms:created>
  <dcterms:modified xsi:type="dcterms:W3CDTF">2026-08-12T20:10:14.7580000Z</dcterms:modified>
</coreProperties>
</file>