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c2949da37e843bc" /><Relationship Type="http://schemas.openxmlformats.org/officeDocument/2006/relationships/extended-properties" Target="/docProps/app.xml" Id="R1c07a6381c7649fe" /><Relationship Type="http://schemas.openxmlformats.org/officeDocument/2006/relationships/officeDocument" Target="/ppt/presentation.xml" Id="R6e73625f44df4ee4" /></Relationships>
</file>

<file path=ppt/presentation.xml><?xml version="1.0" encoding="utf-8"?>
<p:presentation xmlns:p="http://schemas.openxmlformats.org/presentationml/2006/main">
  <p:sldMasterIdLst>
    <p:sldMasterId xmlns:r="http://schemas.openxmlformats.org/officeDocument/2006/relationships" id="2147483648" r:id="R23ed0e9f678b4820"/>
  </p:sldMasterIdLst>
  <p:notesMasterIdLst>
    <p:notesMasterId xmlns:r="http://schemas.openxmlformats.org/officeDocument/2006/relationships" r:id="Racf075decefd4e38"/>
  </p:notesMasterIdLst>
  <p:sldIdLst>
    <p:sldId xmlns:r="http://schemas.openxmlformats.org/officeDocument/2006/relationships" id="256" r:id="R170e89467b144996"/>
    <p:sldId xmlns:r="http://schemas.openxmlformats.org/officeDocument/2006/relationships" id="257" r:id="R905be719558747b8"/>
    <p:sldId xmlns:r="http://schemas.openxmlformats.org/officeDocument/2006/relationships" id="258" r:id="Rf3ddf45c924549db"/>
    <p:sldId xmlns:r="http://schemas.openxmlformats.org/officeDocument/2006/relationships" id="259" r:id="Rd71dc67de056455a"/>
    <p:sldId xmlns:r="http://schemas.openxmlformats.org/officeDocument/2006/relationships" id="260" r:id="R14aedc4b6e764a50"/>
    <p:sldId xmlns:r="http://schemas.openxmlformats.org/officeDocument/2006/relationships" id="261" r:id="R2373291c2d2c48d5"/>
    <p:sldId xmlns:r="http://schemas.openxmlformats.org/officeDocument/2006/relationships" id="262" r:id="Ra9f7df87ddfa4d28"/>
    <p:sldId xmlns:r="http://schemas.openxmlformats.org/officeDocument/2006/relationships" id="263" r:id="R04ebeabc81af4a85"/>
    <p:sldId xmlns:r="http://schemas.openxmlformats.org/officeDocument/2006/relationships" id="264" r:id="Rd0d046fa55064033"/>
    <p:sldId xmlns:r="http://schemas.openxmlformats.org/officeDocument/2006/relationships" id="265" r:id="R877ad3c0b19b47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50e6a41b6b4566" /><Relationship Type="http://schemas.openxmlformats.org/officeDocument/2006/relationships/slideMaster" Target="/ppt/slideMasters/slideMaster1.xml" Id="R23ed0e9f678b4820" /><Relationship Type="http://schemas.openxmlformats.org/officeDocument/2006/relationships/notesMaster" Target="/ppt/notesMasters/notesMaster1.xml" Id="Racf075decefd4e38" /><Relationship Type="http://schemas.openxmlformats.org/officeDocument/2006/relationships/presProps" Target="/ppt/presProps.xml" Id="R223ac5556edf4e34" /><Relationship Type="http://schemas.openxmlformats.org/officeDocument/2006/relationships/tableStyles" Target="/ppt/tableStyles.xml" Id="Rd5ecc3ae7350458f" /><Relationship Type="http://schemas.openxmlformats.org/officeDocument/2006/relationships/slide" Target="/ppt/slides/slide1.xml" Id="R170e89467b144996" /><Relationship Type="http://schemas.openxmlformats.org/officeDocument/2006/relationships/slide" Target="/ppt/slides/slide2.xml" Id="R905be719558747b8" /><Relationship Type="http://schemas.openxmlformats.org/officeDocument/2006/relationships/slide" Target="/ppt/slides/slide3.xml" Id="Rf3ddf45c924549db" /><Relationship Type="http://schemas.openxmlformats.org/officeDocument/2006/relationships/slide" Target="/ppt/slides/slide4.xml" Id="Rd71dc67de056455a" /><Relationship Type="http://schemas.openxmlformats.org/officeDocument/2006/relationships/slide" Target="/ppt/slides/slide5.xml" Id="R14aedc4b6e764a50" /><Relationship Type="http://schemas.openxmlformats.org/officeDocument/2006/relationships/slide" Target="/ppt/slides/slide6.xml" Id="R2373291c2d2c48d5" /><Relationship Type="http://schemas.openxmlformats.org/officeDocument/2006/relationships/slide" Target="/ppt/slides/slide7.xml" Id="Ra9f7df87ddfa4d28" /><Relationship Type="http://schemas.openxmlformats.org/officeDocument/2006/relationships/slide" Target="/ppt/slides/slide8.xml" Id="R04ebeabc81af4a85" /><Relationship Type="http://schemas.openxmlformats.org/officeDocument/2006/relationships/slide" Target="/ppt/slides/slide9.xml" Id="Rd0d046fa55064033" /><Relationship Type="http://schemas.openxmlformats.org/officeDocument/2006/relationships/slide" Target="/ppt/slides/slide10.xml" Id="R877ad3c0b19b47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6d04c2315749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90fcdd05c34d6e" /><Relationship Type="http://schemas.openxmlformats.org/officeDocument/2006/relationships/notesMaster" Target="/ppt/notesMasters/notesMaster1.xml" Id="R6dab345ed81c4a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d3d508298df4176" /><Relationship Type="http://schemas.openxmlformats.org/officeDocument/2006/relationships/notesMaster" Target="/ppt/notesMasters/notesMaster1.xml" Id="R4a8512c7dbf443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5e10496c8749e0" /><Relationship Type="http://schemas.openxmlformats.org/officeDocument/2006/relationships/notesMaster" Target="/ppt/notesMasters/notesMaster1.xml" Id="R9946b7910c7f449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9a2b36e77d4a32" /><Relationship Type="http://schemas.openxmlformats.org/officeDocument/2006/relationships/notesMaster" Target="/ppt/notesMasters/notesMaster1.xml" Id="R847020cc6ac94b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72604777da4b6f" /><Relationship Type="http://schemas.openxmlformats.org/officeDocument/2006/relationships/notesMaster" Target="/ppt/notesMasters/notesMaster1.xml" Id="R3b1cd04074d645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6e49e3bdcce4da6" /><Relationship Type="http://schemas.openxmlformats.org/officeDocument/2006/relationships/notesMaster" Target="/ppt/notesMasters/notesMaster1.xml" Id="R023796fa9fdf4a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ec7b67cbc04ae6" /><Relationship Type="http://schemas.openxmlformats.org/officeDocument/2006/relationships/notesMaster" Target="/ppt/notesMasters/notesMaster1.xml" Id="R550f7612d1f14c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a087bdba1c42d8" /><Relationship Type="http://schemas.openxmlformats.org/officeDocument/2006/relationships/notesMaster" Target="/ppt/notesMasters/notesMaster1.xml" Id="Rd6fd689a8f624a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8de4228b90446f" /><Relationship Type="http://schemas.openxmlformats.org/officeDocument/2006/relationships/notesMaster" Target="/ppt/notesMasters/notesMaster1.xml" Id="R170528d9eb9342a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c219183c4d4b8a" /><Relationship Type="http://schemas.openxmlformats.org/officeDocument/2006/relationships/notesMaster" Target="/ppt/notesMasters/notesMaster1.xml" Id="R93dd1f0f391940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fc0f1631034d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437eadaca54867" /><Relationship Type="http://schemas.openxmlformats.org/officeDocument/2006/relationships/slideLayout" Target="/ppt/slideLayouts/slideLayout1.xml" Id="R5cf33f2fbd2f45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f33f2fbd2f45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f16c8884ba4db8" /><Relationship Type="http://schemas.openxmlformats.org/officeDocument/2006/relationships/image" Target="/ppt/media/image.png" Id="R7a29c289cb0c4688" /><Relationship Type="http://schemas.openxmlformats.org/officeDocument/2006/relationships/notesSlide" Target="/ppt/notesSlides/notesSlide1.xml" Id="R0a9403a9503847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70d8b8c74f4390" /><Relationship Type="http://schemas.openxmlformats.org/officeDocument/2006/relationships/notesSlide" Target="/ppt/notesSlides/notesSlide2.xml" Id="R4dc293d2c9a446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bb61c1f1784d87" /><Relationship Type="http://schemas.openxmlformats.org/officeDocument/2006/relationships/notesSlide" Target="/ppt/notesSlides/notesSlide3.xml" Id="Rc065610fa6534c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8545f0c366d4e4a" /><Relationship Type="http://schemas.openxmlformats.org/officeDocument/2006/relationships/chart" Target="/ppt/slides/charts/chart1.xml" Id="Rdf74b224e3c14b7a" /><Relationship Type="http://schemas.openxmlformats.org/officeDocument/2006/relationships/notesSlide" Target="/ppt/notesSlides/notesSlide4.xml" Id="Rbd87b48d88ae4b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d9de32a4c9d4648" /><Relationship Type="http://schemas.openxmlformats.org/officeDocument/2006/relationships/image" Target="/ppt/media/image2.png" Id="R9cd0c9cdaa054668" /><Relationship Type="http://schemas.openxmlformats.org/officeDocument/2006/relationships/notesSlide" Target="/ppt/notesSlides/notesSlide5.xml" Id="R430f89cd8d4b49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a3aa3d06db64603" /><Relationship Type="http://schemas.openxmlformats.org/officeDocument/2006/relationships/notesSlide" Target="/ppt/notesSlides/notesSlide6.xml" Id="R832a10c8c7c14c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7945ef28bfd4d39" /><Relationship Type="http://schemas.openxmlformats.org/officeDocument/2006/relationships/notesSlide" Target="/ppt/notesSlides/notesSlide7.xml" Id="R5c2ddd3ff90d48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c3034415de845fd" /><Relationship Type="http://schemas.openxmlformats.org/officeDocument/2006/relationships/notesSlide" Target="/ppt/notesSlides/notesSlide8.xml" Id="R2b099d07154f4c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6a2ea2d19c945f4" /><Relationship Type="http://schemas.openxmlformats.org/officeDocument/2006/relationships/notesSlide" Target="/ppt/notesSlides/notesSlide9.xml" Id="R61e16f666860418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3c4fd314c36475b" /><Relationship Type="http://schemas.openxmlformats.org/officeDocument/2006/relationships/notesSlide" Target="/ppt/notesSlides/notesSlide10.xml" Id="Re68b1004ab5d4912"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a29c289cb0c468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df74b224e3c14b7a"/>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DCD2B45A-8DBC-4DB0-93B8-BF0990CECB8F}"/>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9cd0c9cdaa054668"/>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2026-08-14T11:01:38.8300000Z</dcterms:created>
  <dcterms:modified xsi:type="dcterms:W3CDTF">2026-08-14T11:01:38.8300000Z</dcterms:modified>
</coreProperties>
</file>